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INDIA HACKATHON 2025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320272" y="256032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4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84280" y="320040"/>
            <a:ext cx="192024" cy="420624"/>
          </a:xfrm>
          <a:prstGeom prst="roundRect">
            <a:avLst>
              <a:gd name="adj" fmla="val 19048"/>
            </a:avLst>
          </a:prstGeom>
          <a:solidFill>
            <a:srgbClr val="E8742C"/>
          </a:solidFill>
          <a:ln/>
        </p:spPr>
      </p:sp>
      <p:sp>
        <p:nvSpPr>
          <p:cNvPr id="5" name="Shape 3"/>
          <p:cNvSpPr/>
          <p:nvPr/>
        </p:nvSpPr>
        <p:spPr>
          <a:xfrm>
            <a:off x="11612880" y="320040"/>
            <a:ext cx="192024" cy="420624"/>
          </a:xfrm>
          <a:prstGeom prst="roundRect">
            <a:avLst>
              <a:gd name="adj" fmla="val 19048"/>
            </a:avLst>
          </a:prstGeom>
          <a:solidFill>
            <a:srgbClr val="1E8449"/>
          </a:solidFill>
          <a:ln/>
        </p:spPr>
      </p:sp>
      <p:sp>
        <p:nvSpPr>
          <p:cNvPr id="6" name="Text 4"/>
          <p:cNvSpPr/>
          <p:nvPr/>
        </p:nvSpPr>
        <p:spPr>
          <a:xfrm>
            <a:off x="11000232" y="822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3"/>
                </a:solidFill>
              </a:rPr>
              <a:t>SIH 2025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0" y="9601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22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TITLE PAGE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8745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Problem Statement ID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SIH BV806 (as listed on portal)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25603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Problem Statement Title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EV Charging Station Predictor – Optimal Site Recommendation for Delhi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2461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Theme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Transportation &amp; Logistics / Clean &amp; Green Technology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PS Category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Software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46177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Team ID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[Your Team ID]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530352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63"/>
                </a:solidFill>
              </a:rPr>
              <a:t>• Team Name – </a:t>
            </a:r>
            <a:pPr indent="0" marL="0">
              <a:buNone/>
            </a:pPr>
            <a:r>
              <a:rPr lang="en-US" sz="1600" dirty="0">
                <a:solidFill>
                  <a:srgbClr val="222222"/>
                </a:solidFill>
              </a:rPr>
              <a:t>[Your Team Name – as registered on portal]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BV806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11320272" y="256032"/>
            <a:ext cx="548640" cy="54864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E874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384280" y="320040"/>
            <a:ext cx="192024" cy="420624"/>
          </a:xfrm>
          <a:prstGeom prst="roundRect">
            <a:avLst>
              <a:gd name="adj" fmla="val 19048"/>
            </a:avLst>
          </a:prstGeom>
          <a:solidFill>
            <a:srgbClr val="E8742C"/>
          </a:solidFill>
          <a:ln/>
        </p:spPr>
      </p:sp>
      <p:sp>
        <p:nvSpPr>
          <p:cNvPr id="6" name="Shape 4"/>
          <p:cNvSpPr/>
          <p:nvPr/>
        </p:nvSpPr>
        <p:spPr>
          <a:xfrm>
            <a:off x="11612880" y="320040"/>
            <a:ext cx="192024" cy="420624"/>
          </a:xfrm>
          <a:prstGeom prst="roundRect">
            <a:avLst>
              <a:gd name="adj" fmla="val 19048"/>
            </a:avLst>
          </a:prstGeom>
          <a:solidFill>
            <a:srgbClr val="1E8449"/>
          </a:solidFill>
          <a:ln/>
        </p:spPr>
      </p:sp>
      <p:sp>
        <p:nvSpPr>
          <p:cNvPr id="7" name="Text 5"/>
          <p:cNvSpPr/>
          <p:nvPr/>
        </p:nvSpPr>
        <p:spPr>
          <a:xfrm>
            <a:off x="11000232" y="822960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B3A63"/>
                </a:solidFill>
              </a:rPr>
              <a:t>SIH 2025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1188720" y="36576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IDEA TITLE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463040" y="1051560"/>
            <a:ext cx="92628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1565C0"/>
                </a:solidFill>
              </a:rPr>
              <a:t>DELHI EV CHARGING INTELLIGENCE &amp; INVESTMENT PLATFORM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1828800"/>
            <a:ext cx="109087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u="sng" dirty="0">
                <a:solidFill>
                  <a:srgbClr val="1B3A63"/>
                </a:solidFill>
              </a:rPr>
              <a:t>Proposed Solution (Idea / Prototype)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" y="233172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An AI + GIS decision platform that tells operators/investors exactly WHERE to build a new EV charging station in Delhi — not just a map of existing chargers.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Combines EV density &amp; growth, traffic &amp; road corridors, existing charger capacity/utilisation, commercial activity, parking, metro connectivity, and (optionally) grid feasibility into one location-suitability score.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Ranks candidate sites, explains WHY each is recommended, and projects expected utilisation and financial ROI — answering “where should I invest, and what will I earn?”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Innovation: multi-factor ML ranking model + transparent explainability + investment-grade financial simulation, layered on an interactive Delhi map — built incrementally on Next.js, Supabase and a Python ML service.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BV806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Frontend: Next.js, React, TypeScript, Tailwind CSS — interactive Delhi map (Mapbox/Leaflet) with heatmaps, site-ranking panel and dashboards.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Backend &amp; Data: Supabase (Postgres + Auth + Storage) for stations, demand, traffic and infrastructure datasets; REST/Edge Function API layer.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ML Layer: site-suitability scoring model trained on EV density, traffic, competition and demand features; outputs ranked locations with utilisation &amp; ROI estimates.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Methodology — phased, incremental build:</a:t>
            </a:r>
            <a:endParaRPr lang="en-US" sz="1600" dirty="0"/>
          </a:p>
          <a:p>
            <a:pPr indent="0" marL="0">
              <a:lnSpc>
                <a:spcPct val="115000"/>
              </a:lnSpc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555555"/>
                </a:solidFill>
              </a:rPr>
              <a:t>Stage 1: Frontend + realistic mock data  →  Stage 2: Supabase integration  →  Stage 3: API layer  →  Stage 4: ML model integration  →  Stage 5: replace mock data with real/derived datasets — app stays functional at every stage.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BV806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Feasible with current, freely available data: Delhi transport/EV registration data, OpenStreetMap road &amp; POI data, and existing charging-station listings; proven low-cost stack (Next.js + Supabase + Python ML).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Key challenges: incomplete real-world charging utilisation data; live traffic/grid-capacity data access; keeping ML recommendations explainable and trustworthy for investors.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Strategies: use clearly-labelled derived/proxy/synthetic data where real data is unavailable (never presented as real); modular incremental architecture so each stage ships a working product; explainable-AI scoring (factor-wise breakdown) instead of a black-box output.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BV806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Target audience: EV charging network operators, private investors, DISCOMs and Delhi Govt transport/energy planners.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Economic: de-risks investment by predicting utilisation &amp; ROI before a station is built, avoiding poorly-placed, low-utilisation chargers.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Social: reduces EV range anxiety and improves charger accessibility across Delhi, encouraging faster EV adoption.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Environmental: supports Delhi's EV policy and clean-air goals by accelerating well-planned charging infrastructure rollout.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74320"/>
            <a:ext cx="1051560" cy="10515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C4A9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10515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Team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BV806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6C4A9C"/>
                </a:solidFill>
              </a:rPr>
              <a:t>DelhiEV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1188720" y="320040"/>
            <a:ext cx="9811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9994392" cy="4663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Live prototype (frontend demo): souravkr114.github.io/modified-sih-project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Delhi Electric Vehicle Policy – Transport Department, Govt. of NCT of Delhi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Open data references: OpenStreetMap (roads, POIs), Delhi Metro station network, public EV charging station directories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22222"/>
                </a:solidFill>
              </a:rPr>
              <a:t>Reference architecture: Next.js + Supabase full-stack pattern; scikit-learn / Python based site-suitability ML modelling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6473952"/>
            <a:ext cx="11091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SIH Idea Submission – Delhi EV Charging Intelligence Platform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548872" y="6473952"/>
            <a:ext cx="365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2026-08-25T07:28:59Z</dcterms:created>
  <dcterms:modified xsi:type="dcterms:W3CDTF">2026-08-25T07:28:59Z</dcterms:modified>
</cp:coreProperties>
</file>