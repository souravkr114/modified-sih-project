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320040"/>
            <a:ext cx="98115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INDIA HACKATHON 2025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1320272" y="256032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42C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384280" y="320040"/>
            <a:ext cx="192024" cy="420624"/>
          </a:xfrm>
          <a:prstGeom prst="roundRect">
            <a:avLst>
              <a:gd name="adj" fmla="val 19048"/>
            </a:avLst>
          </a:prstGeom>
          <a:solidFill>
            <a:srgbClr val="E8742C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1612880" y="320040"/>
            <a:ext cx="192024" cy="420624"/>
          </a:xfrm>
          <a:prstGeom prst="roundRect">
            <a:avLst>
              <a:gd name="adj" fmla="val 19048"/>
            </a:avLst>
          </a:prstGeom>
          <a:solidFill>
            <a:srgbClr val="1E844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000232" y="82296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A63"/>
                </a:solidFill>
              </a:rPr>
              <a:t>SIH 2025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0" y="9601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  <a:defRPr b="1" sz="1800">
                <a:solidFill>
                  <a:srgbClr val="0096FF"/>
                </a:solidFill>
              </a:defRPr>
            </a:pPr>
            <a:r>
              <a:t>SMART INDIA HACKATHON 2025 / 2026</a:t>
            </a:r>
            <a:endParaRPr lang="en-US" sz="2000" dirty="0"/>
          </a:p>
          <a:p>
            <a:pPr>
              <a:defRPr b="1" sz="1600">
                <a:solidFill>
                  <a:srgbClr val="0F172A"/>
                </a:solidFill>
              </a:defRPr>
            </a:pPr>
            <a:r>
              <a:t>SIH25-806 • EV Charging Station Predictor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Problem Statement Title: EV Charging Station Predictor – Optimal Site Recommendation for Delhi NCT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Ministry / Agency: Ministry of Housing &amp; Urban Affairs (MoHUA)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Theme &amp; Category: Smart Vehicles / Transportation &amp; Clean Tech (Software)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Team Name: Hexagram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Team ID: SIH2025-HEXAGRAM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Team Leader: Sourav Kumar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Team Members: Sumit Kumar, Rishabh Raj, Karishma Kumari Gupta, Abhas Prasad, Rishu Raj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Live Prototype URL: https://souravkr114.github.io/modified-sih-project/</a:t>
            </a:r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  <a:defRPr b="1" sz="1800">
                <a:solidFill>
                  <a:srgbClr val="0096FF"/>
                </a:solidFill>
              </a:defRPr>
            </a:pPr>
            <a:pPr indent="0" marL="0">
              <a:buNone/>
            </a:pPr>
            <a:r>
              <a:t>SMART INDIA HACKATHON 2025 / 2026</a:t>
            </a:r>
            <a:endParaRPr lang="en-US" sz="1600" dirty="0"/>
          </a:p>
          <a:p>
            <a:pPr>
              <a:defRPr b="1" sz="1600">
                <a:solidFill>
                  <a:srgbClr val="0F172A"/>
                </a:solidFill>
              </a:defRPr>
            </a:pPr>
            <a:r>
              <a:t>SIH25-806 • EV Charging Station Predictor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Problem Statement Title: EV Charging Station Predictor – Optimal Site Recommendation for Delhi NCT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Ministry / Agency: Ministry of Housing &amp; Urban Affairs (MoHUA)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Theme &amp; Category: Smart Vehicles / Transportation &amp; Clean Tech (Software)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Team Name: Hexagram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Team ID: SIH2025-HEXAGRAM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Team Leader: Sourav Kumar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Team Members: Sumit Kumar, Rishabh Raj, Karishma Kumari Gupta, Abhas Prasad, Rishu Raj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Live Prototype URL: https://souravkr114.github.io/modified-sih-project/</a:t>
            </a:r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3"/>
                </a:solidFill>
              </a:rPr>
              <a:t>• Problem Statement Title – </a:t>
            </a:r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EV Charging Station Predictor – Optimal Site Recommendation for Delhi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24612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3"/>
                </a:solidFill>
              </a:rPr>
              <a:t>• Theme – </a:t>
            </a:r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Transportation &amp; Logistics / Clean &amp; Green Technology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393192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3"/>
                </a:solidFill>
              </a:rPr>
              <a:t>• PS Category – </a:t>
            </a:r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Software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461772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  <a:defRPr b="1" sz="1800">
                <a:solidFill>
                  <a:srgbClr val="0096FF"/>
                </a:solidFill>
              </a:defRPr>
            </a:pPr>
            <a:pPr indent="0" marL="0">
              <a:buNone/>
            </a:pPr>
            <a:r>
              <a:t>SMART INDIA HACKATHON 2025 / 2026</a:t>
            </a:r>
            <a:endParaRPr lang="en-US" sz="1600" dirty="0"/>
          </a:p>
          <a:p>
            <a:pPr>
              <a:defRPr b="1" sz="1600">
                <a:solidFill>
                  <a:srgbClr val="0F172A"/>
                </a:solidFill>
              </a:defRPr>
            </a:pPr>
            <a:r>
              <a:t>SIH25-806 • EV Charging Station Predictor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Problem Statement Title: EV Charging Station Predictor – Optimal Site Recommendation for Delhi NCT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Ministry / Agency: Ministry of Housing &amp; Urban Affairs (MoHUA)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Theme &amp; Category: Smart Vehicles / Transportation &amp; Clean Tech (Software)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Team Name: Hexagram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Team ID: SIH2025-HEXAGRAM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Team Leader: Sourav Kumar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Team Members: Sumit Kumar, Rishabh Raj, Karishma Kumari Gupta, Abhas Prasad, Rishu Raj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Live Prototype URL: https://souravkr114.github.io/modified-sih-project/</a:t>
            </a:r>
          </a:p>
        </p:txBody>
      </p:sp>
      <p:sp>
        <p:nvSpPr>
          <p:cNvPr id="13" name="Text 11"/>
          <p:cNvSpPr/>
          <p:nvPr/>
        </p:nvSpPr>
        <p:spPr>
          <a:xfrm>
            <a:off x="731520" y="530352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3"/>
                </a:solidFill>
              </a:rPr>
              <a:t>• Team Name – </a:t>
            </a:r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[Your Team Name – as registered on portal]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74320" y="6473952"/>
            <a:ext cx="11091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SIH Idea Submission – Delhi EV Charging Intelligence Platform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548872" y="64739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74320"/>
            <a:ext cx="1051560" cy="10515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A9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27432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C4A9C"/>
                </a:solidFill>
              </a:rPr>
              <a:t>Team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6C4A9C"/>
                </a:solidFill>
              </a:rPr>
              <a:t>BV806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6C4A9C"/>
                </a:solidFill>
              </a:rPr>
              <a:t>DelhiEV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1320272" y="256032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42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1384280" y="320040"/>
            <a:ext cx="192024" cy="420624"/>
          </a:xfrm>
          <a:prstGeom prst="roundRect">
            <a:avLst>
              <a:gd name="adj" fmla="val 19048"/>
            </a:avLst>
          </a:prstGeom>
          <a:solidFill>
            <a:srgbClr val="E8742C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612880" y="320040"/>
            <a:ext cx="192024" cy="420624"/>
          </a:xfrm>
          <a:prstGeom prst="roundRect">
            <a:avLst>
              <a:gd name="adj" fmla="val 19048"/>
            </a:avLst>
          </a:prstGeom>
          <a:solidFill>
            <a:srgbClr val="1E844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1000232" y="82296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A63"/>
                </a:solidFill>
              </a:rPr>
              <a:t>SIH 2025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88720" y="365760"/>
            <a:ext cx="98115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IDEA TITLE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463040" y="1051560"/>
            <a:ext cx="9262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565C0"/>
                </a:solidFill>
              </a:rPr>
              <a:t>DELHI EV CHARGING INTELLIGENCE &amp; INVESTMENT PLATFORM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1828800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  <a:defRPr b="1" sz="1300">
                <a:solidFill>
                  <a:srgbClr val="0284C7"/>
                </a:solidFill>
              </a:defRPr>
            </a:pPr>
            <a:r>
              <a:t>PROPOSED SOLUTION: DELHI EV CHARGING INTELLIGENCE &amp; INVESTMENT PLATFORM</a:t>
            </a:r>
            <a:endParaRPr lang="en-US" sz="1900" dirty="0"/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Pillar 1: Multi-Factor Spatial GIS Scoring (S_i ∈ [0, 100]):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  Fuses 6 weighted factors: EV fleet density (30%), supply gap (20%), grid substation capacity (15%), district adoption (15%), traffic corridors (10%), and POI dwell attraction (10%).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Pillar 2: Explainable AI (SHAP Feature Rationale):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  Replaces 'black-box ML' with game-theoretic additive feature attribution weights (φ_k) so city planners and CPOs see exactly WHY a location received Rank #1 (+24.5 traffic, +21.0 supply gap).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Pillar 3: Investor Capex &amp; Financial ROI Return Simulator: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  Calculates total Capex, DISCOM bulk power cost (₹6.8/kWh), annual ROI %, and payback period (months) across interactive tariff sliders (₹12–25/kWh).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Dynamic Pincode &amp; POI Engine: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  Enables real-time location scoring recalculation based on user Pincode, Search Radius (1–25km), and Points of Interest (Hotels, Malls, Metro Stations).</a:t>
            </a:r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9994392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An AI + GIS decision platform that tells operators/investors exactly WHERE to build a new EV charging station in Delhi — not just a map of existing chargers.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Combines EV density &amp; growth, traffic &amp; road corridors, existing charger capacity/utilisation, commercial activity, parking, metro connectivity, and (optionally) grid feasibility into one location-suitability score.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Ranks candidate sites, explains WHY each is recommended, and projects expected utilisation and financial ROI — answering “where should I invest, and what will I earn?”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Innovation: multi-factor ML ranking model + transparent explainability + investment-grade financial simulation, layered on an interactive Delhi map — built incrementally on Next.js, Supabase and a Python ML service.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4320" y="6473952"/>
            <a:ext cx="11091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SIH Idea Submission – Delhi EV Charging Intelligence Platform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548872" y="64739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74320"/>
            <a:ext cx="1051560" cy="10515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A9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27432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C4A9C"/>
                </a:solidFill>
              </a:rPr>
              <a:t>Team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6C4A9C"/>
                </a:solidFill>
              </a:rPr>
              <a:t>BV806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6C4A9C"/>
                </a:solidFill>
              </a:rPr>
              <a:t>DelhiEV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98115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  <a:defRPr b="1" sz="1300">
                <a:solidFill>
                  <a:srgbClr val="0284C7"/>
                </a:solidFill>
              </a:defRPr>
            </a:pPr>
            <a:r>
              <a:t>TECHNICAL APPROACH &amp; PRODUCTION ARCHITECTURE</a:t>
            </a:r>
            <a:endParaRPr lang="en-US" sz="2800" dirty="0"/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Frontend &amp; GIS Mapping: Next.js 16 (Turbopack), React 18, TypeScript, Tailwind CSS, Leaflet.js with CartoDB Voyager Light tiles &amp; custom SVG rank markers.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Dynamic Predictor Engine: Spatial Scoring Algorithm + Pincode, Radius (1–25km), and POI catchment recalculation module.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Explainable AI (XAI): SHAP (SHapley Additive exPlanations) game-theoretic feature decomposition engine.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Live &amp; Offline Deployment Resilience: Deployed live on GitHub Pages (souravkr114.github.io/modified-sih-project) + 100% offline single-file standalone bundle (Delhi_EV_Platform.html).</a:t>
            </a:r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9994392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Frontend: Next.js, React, TypeScript, Tailwind CSS — interactive Delhi map (Mapbox/Leaflet) with heatmaps, site-ranking panel and dashboards.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Backend &amp; Data: Supabase (Postgres + Auth + Storage) for stations, demand, traffic and infrastructure datasets; REST/Edge Function API layer.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ML Layer: site-suitability scoring model trained on EV density, traffic, competition and demand features; outputs ranked locations with utilisation &amp; ROI estimates.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Methodology — phased, incremental build:</a:t>
            </a:r>
            <a:endParaRPr lang="en-US" sz="1600" dirty="0"/>
          </a:p>
          <a:p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400" i="1" dirty="0">
                <a:solidFill>
                  <a:srgbClr val="555555"/>
                </a:solidFill>
              </a:rPr>
              <a:t>Stage 1: Frontend + realistic mock data  →  Stage 2: Supabase integration  →  Stage 3: API layer  →  Stage 4: ML model integration  →  Stage 5: replace mock data with real/derived datasets — app stays functional at every stage.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74320" y="6473952"/>
            <a:ext cx="11091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SIH Idea Submission – Delhi EV Charging Intelligence Platform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548872" y="64739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74320"/>
            <a:ext cx="1051560" cy="10515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A9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27432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C4A9C"/>
                </a:solidFill>
              </a:rPr>
              <a:t>Team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6C4A9C"/>
                </a:solidFill>
              </a:rPr>
              <a:t>BV806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6C4A9C"/>
                </a:solidFill>
              </a:rPr>
              <a:t>DelhiEV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98115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  <a:defRPr b="1" sz="1300">
                <a:solidFill>
                  <a:srgbClr val="0284C7"/>
                </a:solidFill>
              </a:defRPr>
            </a:pPr>
            <a:r>
              <a:t>FEASIBILITY, GRID CONSTRAINTS &amp; DATA PROVENANCE</a:t>
            </a:r>
            <a:endParaRPr lang="en-US" sz="2800" dirty="0"/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Data Provenance &amp; Quality (Rule 2 Compliance): Ground truth Delhi Govt Vahan registrations &amp; DISCOM substation capacities combined with OpenStreetMap GIS geometries and calibrated spatial proxies.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Grid Substation Feasibility Index: Incorporates 11kV/33kV substation proximity, underground cable extension distance (meters), and transformer kVA readiness into location scoring.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Dynamic Supply Gap Adjustment: Automatically recalculates surrounding deficit scores when new stations are commissioned to prevent market over-saturation.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Proven Cost-Effective Stack: Zero server overhead using static Next.js production builds deployed to GitHub Pages.</a:t>
            </a:r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9994392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Feasible with current, freely available data: Delhi transport/EV registration data, OpenStreetMap road &amp; POI data, and existing charging-station listings; proven low-cost stack (Next.js + Supabase + Python ML).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Key challenges: incomplete real-world charging utilisation data; live traffic/grid-capacity data access; keeping ML recommendations explainable and trustworthy for investors.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Strategies: use clearly-labelled derived/proxy/synthetic data where real data is unavailable (never presented as real); modular incremental architecture so each stage ships a working product; explainable-AI scoring (factor-wise breakdown) instead of a black-box output.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74320" y="6473952"/>
            <a:ext cx="11091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SIH Idea Submission – Delhi EV Charging Intelligence Platform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548872" y="64739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74320"/>
            <a:ext cx="1051560" cy="10515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A9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27432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C4A9C"/>
                </a:solidFill>
              </a:rPr>
              <a:t>Team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6C4A9C"/>
                </a:solidFill>
              </a:rPr>
              <a:t>BV806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6C4A9C"/>
                </a:solidFill>
              </a:rPr>
              <a:t>DelhiEV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98115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  <a:defRPr b="1" sz="1300">
                <a:solidFill>
                  <a:srgbClr val="0284C7"/>
                </a:solidFill>
              </a:defRPr>
            </a:pPr>
            <a:r>
              <a:t>IMPACT, BENEFITS &amp; MoHUA POLICY ALIGNMENT</a:t>
            </a:r>
            <a:endParaRPr lang="en-US" sz="2800" dirty="0"/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MoHUA Urban Policy Alignment: Direct tracking against official benchmark of 1 Public Charger per 25 EVs (highlighted in District Deficit Matrix).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Economic Impact for Operators: De-risks private CPO capital investments by predicting payback periods (14–24 months) before building.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Social &amp; Environmental Impact: Eliminates EV range anxiety, accelerates clean-air EV adoption across Delhi NCT, and prioritizes multi-modal transit hubs (ISBTs, Metro, Airport).</a:t>
            </a:r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9994392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Target audience: EV charging network operators, private investors, DISCOMs and Delhi Govt transport/energy planners.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Economic: de-risks investment by predicting utilisation &amp; ROI before a station is built, avoiding poorly-placed, low-utilisation chargers.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Social: reduces EV range anxiety and improves charger accessibility across Delhi, encouraging faster EV adoption.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Environmental: supports Delhi's EV policy and clean-air goals by accelerating well-planned charging infrastructure rollout.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74320" y="6473952"/>
            <a:ext cx="11091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SIH Idea Submission – Delhi EV Charging Intelligence Platform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548872" y="64739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74320"/>
            <a:ext cx="1051560" cy="10515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A9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27432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C4A9C"/>
                </a:solidFill>
              </a:rPr>
              <a:t>Team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6C4A9C"/>
                </a:solidFill>
              </a:rPr>
              <a:t>BV806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6C4A9C"/>
                </a:solidFill>
              </a:rPr>
              <a:t>DelhiEV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98115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  <a:defRPr b="1" sz="1300">
                <a:solidFill>
                  <a:srgbClr val="0284C7"/>
                </a:solidFill>
              </a:defRPr>
            </a:pPr>
            <a:r>
              <a:t>DEMO LINKS, CODE &amp; REFERENCES</a:t>
            </a:r>
            <a:endParaRPr lang="en-US" sz="2800" dirty="0"/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Live Interactive Prototype URL: https://souravkr114.github.io/modified-sih-project/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GitHub Code Repository: https://github.com/souravkr114/modified-sih-project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Policy References: Delhi Electric Vehicle Policy 2026, MoHUA Urban EV Infrastructure Guidelines.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Spatial Data Sources: OpenStreetMap (Roads, POIs), Delhi Metro Transit Network, DISCOM Substation Listings.</a:t>
            </a:r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9994392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Live prototype (frontend demo): souravkr114.github.io/modified-sih-project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Delhi Electric Vehicle Policy – Transport Department, Govt. of NCT of Delhi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Open data references: OpenStreetMap (roads, POIs), Delhi Metro station network, public EV charging station directories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Reference architecture: Next.js + Supabase full-stack pattern; scikit-learn / Python based site-suitability ML modelling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74320" y="6473952"/>
            <a:ext cx="11091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SIH Idea Submission – Delhi EV Charging Intelligence Platform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548872" y="64739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2026-08-25T07:28:59Z</dcterms:created>
  <dcterms:modified xsi:type="dcterms:W3CDTF">2026-08-25T07:28:59Z</dcterms:modified>
</cp:coreProperties>
</file>