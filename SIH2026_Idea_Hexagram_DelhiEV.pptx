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8720" y="320040"/>
            <a:ext cx="9811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INDIA HACKATHON 2025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320272" y="256032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8742C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1384280" y="320040"/>
            <a:ext cx="192024" cy="420624"/>
          </a:xfrm>
          <a:prstGeom prst="roundRect">
            <a:avLst>
              <a:gd name="adj" fmla="val 19048"/>
            </a:avLst>
          </a:prstGeom>
          <a:solidFill>
            <a:srgbClr val="E8742C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1612880" y="320040"/>
            <a:ext cx="192024" cy="420624"/>
          </a:xfrm>
          <a:prstGeom prst="roundRect">
            <a:avLst>
              <a:gd name="adj" fmla="val 19048"/>
            </a:avLst>
          </a:prstGeom>
          <a:solidFill>
            <a:srgbClr val="1E844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000232" y="82296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3A63"/>
                </a:solidFill>
              </a:rPr>
              <a:t>SIH 2025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0" y="9601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TITLE PAGE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3"/>
                </a:solidFill>
              </a:rPr>
              <a:t>• Problem Statement ID – </a:t>
            </a:r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SIH25-806 (as listed on portal)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3"/>
                </a:solidFill>
              </a:rPr>
              <a:t>• Problem Statement Title – </a:t>
            </a:r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EV Charging Station Predictor – Optimal Site Recommendation for Delhi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24612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3"/>
                </a:solidFill>
              </a:rPr>
              <a:t>• Theme – </a:t>
            </a:r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Transportation &amp; Logistics / Clean &amp; Green Technology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93192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3"/>
                </a:solidFill>
              </a:rPr>
              <a:t>• PS Category – </a:t>
            </a:r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Software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461772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3"/>
                </a:solidFill>
              </a:rPr>
              <a:t>• Team ID – </a:t>
            </a:r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SIH2025-HEXAGRAM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530352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3"/>
                </a:solidFill>
              </a:rPr>
              <a:t>• Team Name – </a:t>
            </a:r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Hexagram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74320" y="6473952"/>
            <a:ext cx="11091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SIH Idea Submission – Delhi EV Charging Intelligence Platform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548872" y="6473952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7" name="TextBox 16"/>
          <p:cNvSpPr txBox="1"/>
          <p:nvPr/>
        </p:nvSpPr>
        <p:spPr>
          <a:xfrm>
            <a:off x="635000" y="4826000"/>
            <a:ext cx="7620000" cy="15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• Team Leader: Sourav Kumar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Members: Sumit Kumar, Rishabh Raj, Karishma Kumari Gupta, Abhas Prasad, Rishu Raj</a:t>
            </a:r>
          </a:p>
          <a:p>
            <a:pPr>
              <a:defRPr sz="1100" b="1">
                <a:solidFill>
                  <a:srgbClr val="0096FF"/>
                </a:solidFill>
              </a:defRPr>
            </a:pPr>
            <a:r>
              <a:t>• Live Prototype: https://souravkr114.github.io/modified-sih-project/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1051560" cy="10515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C4A9C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27432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C4A9C"/>
                </a:solidFill>
              </a:rPr>
              <a:t>Team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6C4A9C"/>
                </a:solidFill>
              </a:rPr>
              <a:t>SIH25-806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6C4A9C"/>
                </a:solidFill>
              </a:rPr>
              <a:t>DelhiEV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1320272" y="256032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8742C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1384280" y="320040"/>
            <a:ext cx="192024" cy="420624"/>
          </a:xfrm>
          <a:prstGeom prst="roundRect">
            <a:avLst>
              <a:gd name="adj" fmla="val 19048"/>
            </a:avLst>
          </a:prstGeom>
          <a:solidFill>
            <a:srgbClr val="E8742C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1612880" y="320040"/>
            <a:ext cx="192024" cy="420624"/>
          </a:xfrm>
          <a:prstGeom prst="roundRect">
            <a:avLst>
              <a:gd name="adj" fmla="val 19048"/>
            </a:avLst>
          </a:prstGeom>
          <a:solidFill>
            <a:srgbClr val="1E8449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1000232" y="82296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3A63"/>
                </a:solidFill>
              </a:rPr>
              <a:t>SIH 2025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88720" y="365760"/>
            <a:ext cx="9811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IDEA TITLE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463040" y="1051560"/>
            <a:ext cx="9262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565C0"/>
                </a:solidFill>
              </a:rPr>
              <a:t>DELHI EV CHARGING INTELLIGENCE &amp; INVESTMENT PLATFORM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1828800"/>
            <a:ext cx="10908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u="sng" dirty="0">
                <a:solidFill>
                  <a:srgbClr val="1B3A63"/>
                </a:solidFill>
              </a:rPr>
              <a:t>Proposed Solution (Idea / Prototype)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9994392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An AI + GIS decision platform that tells operators/investors exactly WHERE to build a new EV charging station in Delhi — not just a map of existing chargers.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Combines EV density &amp; growth, traffic &amp; road corridors, existing charger capacity/utilisation, commercial activity, parking, metro connectivity, and (optionally) grid feasibility into one location-suitability score.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Ranks candidate sites, explains WHY each is recommended, and projects expected utilisation and financial ROI — answering “where should I invest, and what will I earn?”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Innovation: multi-factor ML ranking model + transparent explainability + investment-grade financial simulation, layered on an interactive Delhi map — built incrementally on Next.js, Supabase and a Python ML service.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74320" y="6473952"/>
            <a:ext cx="11091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SIH Idea Submission – Delhi EV Charging Intelligence Platform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548872" y="6473952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1051560" cy="10515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C4A9C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27432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C4A9C"/>
                </a:solidFill>
              </a:rPr>
              <a:t>Team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6C4A9C"/>
                </a:solidFill>
              </a:rPr>
              <a:t>SIH25-806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6C4A9C"/>
                </a:solidFill>
              </a:rPr>
              <a:t>DelhiEV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188720" y="320040"/>
            <a:ext cx="9811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APPROACH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9994392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Frontend: Next.js, React, TypeScript, Tailwind CSS — interactive Delhi map (Mapbox/Leaflet) with heatmaps, site-ranking panel and dashboards.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Backend &amp; Data: Supabase (Postgres + Auth + Storage) for stations, demand, traffic and infrastructure datasets; REST/Edge Function API layer.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ML Layer: site-suitability scoring model trained on EV density, traffic, competition and demand features; outputs ranked locations with utilisation &amp; ROI estimates.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Methodology — phased, incremental build:</a:t>
            </a:r>
            <a:endParaRPr lang="en-US" sz="16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00" i="1" dirty="0">
                <a:solidFill>
                  <a:srgbClr val="555555"/>
                </a:solidFill>
              </a:rPr>
              <a:t>Stage 1: Frontend + realistic mock data  →  Stage 2: Supabase integration  →  Stage 3: API layer  →  Stage 4: ML model integration  →  Stage 5: replace mock data with real/derived datasets — app stays functional at every stage.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74320" y="6473952"/>
            <a:ext cx="11091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SIH Idea Submission – Delhi EV Charging Intelligence Platform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548872" y="6473952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1051560" cy="10515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C4A9C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27432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C4A9C"/>
                </a:solidFill>
              </a:rPr>
              <a:t>Team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6C4A9C"/>
                </a:solidFill>
              </a:rPr>
              <a:t>SIH25-806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6C4A9C"/>
                </a:solidFill>
              </a:rPr>
              <a:t>DelhiEV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188720" y="320040"/>
            <a:ext cx="9811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FEASIBILITY AND VIABILITY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9994392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Feasible with current, freely available data: Delhi transport/EV registration data, OpenStreetMap road &amp; POI data, and existing charging-station listings; proven low-cost stack (Next.js + Supabase + Python ML).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Key challenges: incomplete real-world charging utilisation data; live traffic/grid-capacity data access; keeping ML recommendations explainable and trustworthy for investors.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Strategies: use clearly-labelled derived/proxy/synthetic data where real data is unavailable (never presented as real); modular incremental architecture so each stage ships a working product; explainable-AI scoring (factor-wise breakdown) instead of a black-box output.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74320" y="6473952"/>
            <a:ext cx="11091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SIH Idea Submission – Delhi EV Charging Intelligence Platform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548872" y="6473952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1051560" cy="10515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C4A9C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27432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C4A9C"/>
                </a:solidFill>
              </a:rPr>
              <a:t>Team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6C4A9C"/>
                </a:solidFill>
              </a:rPr>
              <a:t>SIH25-806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6C4A9C"/>
                </a:solidFill>
              </a:rPr>
              <a:t>DelhiEV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188720" y="320040"/>
            <a:ext cx="9811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AND BENEFITS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9994392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Target audience: EV charging network operators, private investors, DISCOMs and Delhi Govt transport/energy planners.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Economic: de-risks investment by predicting utilisation &amp; ROI before a station is built, avoiding poorly-placed, low-utilisation chargers.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Social: reduces EV range anxiety and improves charger accessibility across Delhi, encouraging faster EV adoption.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Environmental: supports Delhi's EV policy and clean-air goals by accelerating well-planned charging infrastructure rollout.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74320" y="6473952"/>
            <a:ext cx="11091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SIH Idea Submission – Delhi EV Charging Intelligence Platform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548872" y="6473952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1051560" cy="10515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C4A9C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27432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C4A9C"/>
                </a:solidFill>
              </a:rPr>
              <a:t>Team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6C4A9C"/>
                </a:solidFill>
              </a:rPr>
              <a:t>SIH25-806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6C4A9C"/>
                </a:solidFill>
              </a:rPr>
              <a:t>DelhiEV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188720" y="320040"/>
            <a:ext cx="9811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AND REFERENCES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9994392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Live prototype (frontend demo): souravkr114.github.io/modified-sih-project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Delhi Electric Vehicle Policy – Transport Department, Govt. of NCT of Delhi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Open data references: OpenStreetMap (roads, POIs), Delhi Metro station network, public EV charging station directories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Reference architecture: Next.js + Supabase full-stack pattern; scikit-learn / Python based site-suitability ML modelling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74320" y="6473952"/>
            <a:ext cx="11091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SIH Idea Submission – Delhi EV Charging Intelligence Platform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548872" y="6473952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2026-08-25T07:28:59Z</dcterms:created>
  <dcterms:modified xsi:type="dcterms:W3CDTF">2026-08-25T07:28:59Z</dcterms:modified>
</cp:coreProperties>
</file>